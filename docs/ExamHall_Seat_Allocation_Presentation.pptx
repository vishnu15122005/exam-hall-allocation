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Open with the project title and framing. This is an assessment project built as a Flask web application, developed and tested with AI assistance, and validated by actually running the app and its test suite.
SCRIPT (approx. 20-40 sec): "Good afternoon. I'm presenting the Exam Hall and Seat Allocation System — a Flask-based web application built for this assessment, developed and tested with AI assistance and verified by actually running the project."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Explain the real-world problem administrators face when allocating exam halls and seats manually, then state the objective the project addresses.
SCRIPT (approx. 20-40 sec): "Manually assigning students to exam halls is slow and error-prone — capacity limits, accurate student data, and clear seating information all have to be tracked by hand. The objective of this project is a web-based system that manages student data, exam sessions, halls, and seat allocation in one place."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Walk through the eight core features as a set of cards rather than reading each line — group them mentally as data-in (upload), configuration (sessions, halls), automation (allocation), and lookup (search, dashboard).
SCRIPT (approx. 20-40 sec): "The system covers the full workflow: administrators sign in, upload and validate student data, configure exam sessions and halls, and then generate seating allocations automatically — which can be regenerated at any time. Students can be searched by register number, and a dashboard ties it all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is a logical view, not a deployment diagram — reflects only the structure confirmed in the project: admin, web UI, Flask app, routes/services, and a database managing four data domains. Automated tests run against the application via pytest.
SCRIPT (approx. 20-40 sec): "At a high level, the administrator interacts through a web interface backed by a Flask application. Routes and services manage a database covering student data, exam sessions, halls, and allocations. All of this is validated by an automated pytest test suite running against the application."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State the pytest numbers plainly (28 passed, 1 skipped, 11 warnings), mention the deliberate red run, then explain the AI loop as a repeatable process — without overstating AI's role. Be explicit that a human/the developer ran and verified the tests, AI assisted rather than replaced verification.
SCRIPT (approx. 20-40 sec): "The automated pytest suite shows 28 tests passed, 1 skipped, and 11 warnings, and a deliberate red, or failing, run was performed and corrected before the final successful run. Development followed an AI-assisted loop — prompt, implement, test, diagnose failures, correct, and re-test — but every result here was verified by actually running the project."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Walk through the six screens in order: login, dashboard with live counts, data upload/validation, exam sessions, hall management, and student search with allocated seat. Keep commentary brief per screen since this is a visual slide.
SCRIPT (approx. 20-40 sec): "These captures show the system in action — administrator login, the dashboard with live counts, the data upload and validation screen, exam session cards, hall management with row-by-column capacity, and student search returning a register number's allocated hall and seat."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Present results as verified facts, then be transparent about deliverable status — presentation, source code, test evidence, red-run evidence and the AI-iteration summary are complete; architecture, design, user guide and demo video are marked as not yet provided rather than claimed.
SCRIPT (approx. 20-40 sec): "In summary, the application runs end-to-end: uploading and validating data, managing sessions and halls, generating allocations, and searching students, all backed by automated tests. Against the assessment checklist, source code, test evidence, the red-run, the AI-iteration summary and this presentation are complete; the architecture, design, and user-guide documents and the demo video are still to be delivered."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Close with the one-line conclusion, then transition directly into the live demo using the numbered sequence as your on-screen checklist. End the video/talk with Thank You.
SCRIPT (approx. 20-40 sec): "To conclude: this system brings a structured, web-based approach to exam hall and seat allocation, backed by automated testing and AI-assisted development. I'll now walk through it live — logging in, opening the dashboard, uploading data, managing sessions and halls, generating allocation, searching a student, and finishing with the test results.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41C4D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2E6DF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141C4D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6" name="Image 0" descr="/home/claude/examhall_pptx/assets/icons/grid_2E6D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913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7863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Hall &amp; Seat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System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Development, Testing &amp; Documentation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5166360"/>
            <a:ext cx="2675534" cy="420624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166360"/>
            <a:ext cx="26755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Web Application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99662" y="516636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99662" y="516636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9086" y="5166360"/>
            <a:ext cx="2137867" cy="420624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9086" y="5166360"/>
            <a:ext cx="21378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Iteration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UNIVERSITY / PROJECT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09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402336" cy="40233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6" name="Image 0" descr="/home/claude/examhall_pptx/assets/icons/alert_2E6D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401" y="2382561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3113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is time-consuming for administrators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05840" y="2999232"/>
            <a:ext cx="402336" cy="40233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9" name="Image 1" descr="/home/claude/examhall_pptx/assets/icons/file_2E6D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01" y="3095793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443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must be processed accurately, every time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05840" y="3712464"/>
            <a:ext cx="402336" cy="40233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2" name="Image 2" descr="/home/claude/examhall_pptx/assets/icons/home_2E6DF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01" y="380902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657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capacity must be carefully considered before seating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005840" y="4425696"/>
            <a:ext cx="402336" cy="40233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5" name="Image 3" descr="/home/claude/examhall_pptx/assets/icons/users_2E6DF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401" y="4522257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370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clear, unambiguous seating information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005840" y="5138928"/>
            <a:ext cx="402336" cy="40233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8" name="Image 4" descr="/home/claude/examhall_pptx/assets/icons/refresh_2E6DF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401" y="5235489"/>
            <a:ext cx="209215" cy="2092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508406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manual allocation work increases the risk of errors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309360" y="141732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75120" y="1783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5" descr="/home/claude/examhall_pptx/assets/icons/target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83" y="1919143"/>
            <a:ext cx="294803" cy="29480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06640" y="178308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675120" y="2606040"/>
            <a:ext cx="452628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675120" y="288036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web-based system to simplify student data management, exam session management, hall management and seat allocation.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6675120" y="466344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F1E9E9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675120" y="4663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150" dirty="0"/>
          </a:p>
        </p:txBody>
      </p:sp>
      <p:pic>
        <p:nvPicPr>
          <p:cNvPr id="28" name="Image 6" descr="/home/claude/examhall_pptx/assets/icons/arrow_2E6DF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4782312"/>
            <a:ext cx="310896" cy="310896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125712" y="4663440"/>
            <a:ext cx="2075688" cy="548640"/>
          </a:xfrm>
          <a:prstGeom prst="roundRect">
            <a:avLst>
              <a:gd name="adj" fmla="val 50000"/>
            </a:avLst>
          </a:prstGeom>
          <a:solidFill>
            <a:srgbClr val="E7F0FF"/>
          </a:solidFill>
          <a:ln w="12700">
            <a:solidFill>
              <a:srgbClr val="2E6DF6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9125712" y="4663440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675120" y="5440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student data, exam sessions, halls, and seat allocation.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Flask web application covering the full allocation workflow.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examhall_pptx/assets/icons/lo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365" y="200692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78024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026664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restricts management features to logged-in admins.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31972" y="1691640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3140" y="189280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examhall_pptx/assets/icons/upload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257" y="200692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4852" y="2478024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Upload &amp; Validation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4852" y="3026664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Excel, CSV or PDF; every row is validated before saving.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23864" y="1691640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5032" y="189280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examhall_pptx/assets/icons/calendar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149" y="2006925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6744" y="2478024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Session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6744" y="3026664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store subject, date, time and student information.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15755" y="1691640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16923" y="189280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examhall_pptx/assets/icons/home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041" y="2006925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635" y="2478024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98635" y="3026664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are configured by rows x columns to define capacity.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096512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429768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examhall_pptx/assets/icons/refresh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4411797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882896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Seating Allocation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22960" y="5431536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are generated automatically for each exam session.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431972" y="4096512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3140" y="429768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/home/claude/examhall_pptx/assets/icons/refresh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257" y="441179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14852" y="4882896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Regeneration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14852" y="5431536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can be regenerated on demand per session.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23864" y="4096512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25032" y="429768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6" descr="/home/claude/examhall_pptx/assets/icons/search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149" y="4411797"/>
            <a:ext cx="247254" cy="24725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6744" y="4882896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Search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06744" y="5431536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looked up instantly by register number.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15755" y="4096512"/>
            <a:ext cx="25358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16923" y="429768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7" descr="/home/claude/examhall_pptx/assets/icons/grid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1041" y="4411797"/>
            <a:ext cx="247254" cy="24725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98635" y="4882896"/>
            <a:ext cx="21701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98635" y="5431536"/>
            <a:ext cx="21701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students, sessions, halls and allocations.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flow of the application, based on the confirmed project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6916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examhall_pptx/assets/icons/user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48" y="178381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6002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23160" y="2167128"/>
            <a:ext cx="0" cy="219456"/>
          </a:xfrm>
          <a:prstGeom prst="line">
            <a:avLst/>
          </a:prstGeom>
          <a:noFill/>
          <a:ln w="25400">
            <a:solidFill>
              <a:srgbClr val="2E6DF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822960" y="2386584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24780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examhall_pptx/assets/icons/grid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48" y="2570196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44752" y="23865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423160" y="2953512"/>
            <a:ext cx="0" cy="219456"/>
          </a:xfrm>
          <a:prstGeom prst="line">
            <a:avLst/>
          </a:prstGeom>
          <a:noFill/>
          <a:ln w="25400">
            <a:solidFill>
              <a:srgbClr val="2E6DF6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22960" y="317296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976" y="326440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examhall_pptx/assets/icons/cpu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48" y="3356580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1729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423160" y="3739896"/>
            <a:ext cx="0" cy="219456"/>
          </a:xfrm>
          <a:prstGeom prst="line">
            <a:avLst/>
          </a:prstGeom>
          <a:noFill/>
          <a:ln w="25400">
            <a:solidFill>
              <a:srgbClr val="2E6DF6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22960" y="395935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" y="405079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examhall_pptx/assets/icons/layer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48" y="4142964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39593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Routes / Services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2423160" y="4526280"/>
            <a:ext cx="0" cy="219456"/>
          </a:xfrm>
          <a:prstGeom prst="line">
            <a:avLst/>
          </a:prstGeom>
          <a:noFill/>
          <a:ln w="25400">
            <a:solidFill>
              <a:srgbClr val="2E6DF6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22960" y="4745736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50976" y="4837176"/>
            <a:ext cx="384048" cy="384048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26" name="Image 4" descr="/home/claude/examhall_pptx/assets/icons/home_2E6DF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48" y="4929348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44752" y="47457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60020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 w="12700">
            <a:solidFill>
              <a:srgbClr val="AFC4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709160" y="160020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09160" y="236829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 w="12700">
            <a:solidFill>
              <a:srgbClr val="AFC4E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09160" y="236829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Sessions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709160" y="313639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 w="12700">
            <a:solidFill>
              <a:srgbClr val="AFC4E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09160" y="313639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709160" y="390448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 w="12700">
            <a:solidFill>
              <a:srgbClr val="AFC4E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709160" y="390448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4023360" y="5029200"/>
            <a:ext cx="685800" cy="0"/>
          </a:xfrm>
          <a:prstGeom prst="line">
            <a:avLst/>
          </a:prstGeom>
          <a:noFill/>
          <a:ln w="25400">
            <a:solidFill>
              <a:srgbClr val="2E6DF6"/>
            </a:solidFill>
            <a:prstDash val="solid"/>
            <a:tailEnd type="triangle"/>
          </a:ln>
        </p:spPr>
      </p:sp>
      <p:sp>
        <p:nvSpPr>
          <p:cNvPr id="37" name="Text 30"/>
          <p:cNvSpPr/>
          <p:nvPr/>
        </p:nvSpPr>
        <p:spPr>
          <a:xfrm>
            <a:off x="406908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822960" y="55321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39" name="Text 32"/>
          <p:cNvSpPr/>
          <p:nvPr/>
        </p:nvSpPr>
        <p:spPr>
          <a:xfrm>
            <a:off x="1143000" y="5678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LAYER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1143000" y="600760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143000" y="6007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pic>
        <p:nvPicPr>
          <p:cNvPr id="42" name="Image 5" descr="/home/claude/examhall_pptx/assets/icons/arrow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6089904"/>
            <a:ext cx="201168" cy="20116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3374136" y="600760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374136" y="6007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pic>
        <p:nvPicPr>
          <p:cNvPr id="45" name="Image 6" descr="/home/claude/examhall_pptx/assets/icons/arrow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6089904"/>
            <a:ext cx="201168" cy="201168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5788152" y="600760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5788152" y="60076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Evidence &amp; AI-Assisted Iteration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27832" y="12344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27832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27832" y="20756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15584" y="12344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15584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815584" y="20756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49056" y="1234440"/>
            <a:ext cx="3102559" cy="1234440"/>
          </a:xfrm>
          <a:prstGeom prst="roundRect">
            <a:avLst>
              <a:gd name="adj" fmla="val 7407"/>
            </a:avLst>
          </a:prstGeom>
          <a:solidFill>
            <a:srgbClr val="E7F0FF"/>
          </a:solidFill>
          <a:ln w="12700">
            <a:solidFill>
              <a:srgbClr val="2E6D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13648" y="13990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examhall_pptx/assets/icons/check_2E6D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0209" y="1495593"/>
            <a:ext cx="209215" cy="20921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34856" y="1325880"/>
            <a:ext cx="223387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 run performed;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pytest run completed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LOOP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pic>
        <p:nvPicPr>
          <p:cNvPr id="19" name="Image 1" descr="/home/claude/examhall_pptx/assets/icons/arrow_9AA8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253" y="3401568"/>
            <a:ext cx="118872" cy="16459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866697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94129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50" dirty="0"/>
          </a:p>
        </p:txBody>
      </p:sp>
      <p:pic>
        <p:nvPicPr>
          <p:cNvPr id="22" name="Image 2" descr="/home/claude/examhall_pptx/assets/icons/arrow_9AA8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870" y="3401568"/>
            <a:ext cx="11887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093314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120746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950" dirty="0"/>
          </a:p>
        </p:txBody>
      </p:sp>
      <p:pic>
        <p:nvPicPr>
          <p:cNvPr id="25" name="Image 3" descr="/home/claude/examhall_pptx/assets/icons/arrow_9AA8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486" y="3401568"/>
            <a:ext cx="11887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319930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347362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pic>
        <p:nvPicPr>
          <p:cNvPr id="28" name="Image 4" descr="/home/claude/examhall_pptx/assets/icons/arrow_9AA8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103" y="3401568"/>
            <a:ext cx="118872" cy="16459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546547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BEAEA"/>
          </a:solidFill>
          <a:ln w="12700">
            <a:solidFill>
              <a:srgbClr val="E3A0A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573979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50" dirty="0"/>
          </a:p>
        </p:txBody>
      </p:sp>
      <p:pic>
        <p:nvPicPr>
          <p:cNvPr id="31" name="Image 5" descr="/home/claude/examhall_pptx/assets/icons/arrow_9AA8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720" y="3401568"/>
            <a:ext cx="118872" cy="16459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773164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800596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50" dirty="0"/>
          </a:p>
        </p:txBody>
      </p:sp>
      <p:pic>
        <p:nvPicPr>
          <p:cNvPr id="34" name="Image 6" descr="/home/claude/examhall_pptx/assets/icons/arrow_9AA8C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6337" y="3401568"/>
            <a:ext cx="118872" cy="1645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999781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027213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50" dirty="0"/>
          </a:p>
        </p:txBody>
      </p:sp>
      <p:pic>
        <p:nvPicPr>
          <p:cNvPr id="37" name="Image 7" descr="/home/claude/examhall_pptx/assets/icons/arrow_9AA8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954" y="3401568"/>
            <a:ext cx="118872" cy="16459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226398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9253830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endParaRPr lang="en-US" sz="950" dirty="0"/>
          </a:p>
        </p:txBody>
      </p:sp>
      <p:pic>
        <p:nvPicPr>
          <p:cNvPr id="40" name="Image 8" descr="/home/claude/examhall_pptx/assets/icons/arrow_9AA8C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570" y="3401568"/>
            <a:ext cx="118872" cy="16459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10453014" y="3200400"/>
            <a:ext cx="1098601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10480446" y="3200400"/>
            <a:ext cx="104373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914400" y="42793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follows the loop above: a change is prompted and implemented, the test suite is run, and any failure is diagnosed, corrected, and re-tested until the suite passes. AI was used as a development and testing assistant throughout this process.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914400" y="501091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were verified by actually running the project and its tests — AI did not independently validate the system.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Evidence &amp; Application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directly from the running application.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5" name="Image 0" descr="/home/claude/examhall_pptx/assets/crop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93873"/>
            <a:ext cx="3448202" cy="1212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438144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16882" y="1417320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8" name="Image 1" descr="/home/claude/examhall_pptx/asset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46" y="1598539"/>
            <a:ext cx="3448202" cy="16035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6882" y="3438144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30845" y="1417320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11" name="Image 2" descr="/home/claude/examhall_pptx/asset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09" y="1588641"/>
            <a:ext cx="3448202" cy="1623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0845" y="3438144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4133088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14" name="Image 3" descr="/home/claude/examhall_pptx/assets/sess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303055"/>
            <a:ext cx="3448202" cy="16260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" y="6153912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Sessions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316882" y="4133088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17" name="Image 4" descr="/home/claude/examhall_pptx/assets/hal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746" y="4313407"/>
            <a:ext cx="3448202" cy="16053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16882" y="6153912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Management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130845" y="4133088"/>
            <a:ext cx="355793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pic>
        <p:nvPicPr>
          <p:cNvPr id="20" name="Image 5" descr="/home/claude/examhall_pptx/asset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709" y="4309329"/>
            <a:ext cx="3448202" cy="161347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30845" y="6153912"/>
            <a:ext cx="3557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Allocation / Search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09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240280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6" name="Image 0" descr="/home/claude/examhall_pptx/assets/icons/check_2E6D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5" y="2314895"/>
            <a:ext cx="161666" cy="1616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854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runs successfully end-to-end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05840" y="2770632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9" name="Image 1" descr="/home/claude/examhall_pptx/assets/icons/check_2E6D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55" y="2845247"/>
            <a:ext cx="161666" cy="1616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157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can be uploaded and validated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005840" y="3300984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2" name="Image 2" descr="/home/claude/examhall_pptx/assets/icons/check_2E6DF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55" y="3375599"/>
            <a:ext cx="161666" cy="1616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sessions can be managed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1005840" y="3831336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5" name="Image 3" descr="/home/claude/examhall_pptx/assets/icons/check_2E6DF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55" y="3905951"/>
            <a:ext cx="161666" cy="1616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776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and capacities can be configured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1005840" y="4361688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18" name="Image 4" descr="/home/claude/examhall_pptx/assets/icons/check_2E6DF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455" y="4436303"/>
            <a:ext cx="161666" cy="16166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43068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allocations can be generated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1005840" y="4892040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21" name="Image 5" descr="/home/claude/examhall_pptx/assets/icons/check_2E6DF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455" y="4966655"/>
            <a:ext cx="161666" cy="16166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4837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search their allocation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1005840" y="5422392"/>
            <a:ext cx="310896" cy="310896"/>
          </a:xfrm>
          <a:prstGeom prst="ellipse">
            <a:avLst/>
          </a:prstGeom>
          <a:solidFill>
            <a:srgbClr val="2A3675"/>
          </a:solidFill>
          <a:ln/>
        </p:spPr>
      </p:sp>
      <p:pic>
        <p:nvPicPr>
          <p:cNvPr id="24" name="Image 6" descr="/home/claude/examhall_pptx/assets/icons/check_2E6DF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455" y="5497007"/>
            <a:ext cx="161666" cy="16166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63040" y="5367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provide regression coverage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309360" y="141732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6675120" y="17099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DELIVERABLES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675120" y="2240280"/>
            <a:ext cx="274320" cy="274320"/>
          </a:xfrm>
          <a:prstGeom prst="ellipse">
            <a:avLst/>
          </a:prstGeom>
          <a:solidFill>
            <a:srgbClr val="E7F0FF"/>
          </a:solidFill>
          <a:ln w="15875">
            <a:solidFill>
              <a:srgbClr val="2E6DF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6751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7086600" y="2185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application &amp; README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10149840" y="21854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6675120" y="2670048"/>
            <a:ext cx="274320" cy="274320"/>
          </a:xfrm>
          <a:prstGeom prst="ellipse">
            <a:avLst/>
          </a:prstGeom>
          <a:solidFill>
            <a:srgbClr val="E7F0FF"/>
          </a:solidFill>
          <a:ln w="15875">
            <a:solidFill>
              <a:srgbClr val="2E6DF6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67512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7086600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with captured evidence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10149840" y="261518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6675120" y="3099816"/>
            <a:ext cx="274320" cy="274320"/>
          </a:xfrm>
          <a:prstGeom prst="ellipse">
            <a:avLst/>
          </a:prstGeom>
          <a:solidFill>
            <a:srgbClr val="E7F0FF"/>
          </a:solidFill>
          <a:ln w="15875">
            <a:solidFill>
              <a:srgbClr val="2E6DF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67512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086600" y="3044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red-run evidence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0149840" y="304495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675120" y="3529584"/>
            <a:ext cx="274320" cy="274320"/>
          </a:xfrm>
          <a:prstGeom prst="ellipse">
            <a:avLst/>
          </a:prstGeom>
          <a:solidFill>
            <a:srgbClr val="E7F0FF"/>
          </a:solidFill>
          <a:ln w="15875">
            <a:solidFill>
              <a:srgbClr val="2E6DF6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67512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08660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iteration summary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10149840" y="34747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675120" y="3959352"/>
            <a:ext cx="274320" cy="274320"/>
          </a:xfrm>
          <a:prstGeom prst="ellipse">
            <a:avLst/>
          </a:prstGeom>
          <a:solidFill>
            <a:srgbClr val="F0F1F5"/>
          </a:solidFill>
          <a:ln w="15875">
            <a:solidFill>
              <a:srgbClr val="C7CEDE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67512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7086600" y="3904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0149840" y="39044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6675120" y="4389120"/>
            <a:ext cx="274320" cy="274320"/>
          </a:xfrm>
          <a:prstGeom prst="ellipse">
            <a:avLst/>
          </a:prstGeom>
          <a:solidFill>
            <a:srgbClr val="F0F1F5"/>
          </a:solidFill>
          <a:ln w="15875">
            <a:solidFill>
              <a:srgbClr val="C7CEDE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667512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7086600" y="4334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10149840" y="433425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6675120" y="4818888"/>
            <a:ext cx="274320" cy="274320"/>
          </a:xfrm>
          <a:prstGeom prst="ellipse">
            <a:avLst/>
          </a:prstGeom>
          <a:solidFill>
            <a:srgbClr val="F0F1F5"/>
          </a:solidFill>
          <a:ln w="15875">
            <a:solidFill>
              <a:srgbClr val="C7CEDE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6675120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54" name="Text 45"/>
          <p:cNvSpPr/>
          <p:nvPr/>
        </p:nvSpPr>
        <p:spPr>
          <a:xfrm>
            <a:off x="7086600" y="47640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10149840" y="47640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6675120" y="5248656"/>
            <a:ext cx="274320" cy="274320"/>
          </a:xfrm>
          <a:prstGeom prst="ellipse">
            <a:avLst/>
          </a:prstGeom>
          <a:solidFill>
            <a:srgbClr val="E7F0FF"/>
          </a:solidFill>
          <a:ln w="15875">
            <a:solidFill>
              <a:srgbClr val="2E6DF6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6675120" y="5248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49"/>
          <p:cNvSpPr/>
          <p:nvPr/>
        </p:nvSpPr>
        <p:spPr>
          <a:xfrm>
            <a:off x="7086600" y="5193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10149840" y="519379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60" name="Shape 51"/>
          <p:cNvSpPr/>
          <p:nvPr/>
        </p:nvSpPr>
        <p:spPr>
          <a:xfrm>
            <a:off x="6675120" y="5678424"/>
            <a:ext cx="274320" cy="274320"/>
          </a:xfrm>
          <a:prstGeom prst="ellipse">
            <a:avLst/>
          </a:prstGeom>
          <a:solidFill>
            <a:srgbClr val="F0F1F5"/>
          </a:solidFill>
          <a:ln w="15875">
            <a:solidFill>
              <a:srgbClr val="C7CEDE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675120" y="5678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7086600" y="5623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demo video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10149840" y="56235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950" dirty="0"/>
          </a:p>
        </p:txBody>
      </p:sp>
      <p:sp>
        <p:nvSpPr>
          <p:cNvPr id="64" name="Text 5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Hall &amp; Seat Allocation System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486400" cy="5486400"/>
          </a:xfrm>
          <a:prstGeom prst="ellipse">
            <a:avLst/>
          </a:prstGeom>
          <a:solidFill>
            <a:srgbClr val="141C4D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2E6DF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2730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3444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structured web-based approach to exam hall and seat allocation, supported by automated testing and AI-assisted development.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SEQUENCE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907792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61872" y="2788920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4736" y="2788920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4464" y="2907792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14" name="Text 12"/>
          <p:cNvSpPr/>
          <p:nvPr/>
        </p:nvSpPr>
        <p:spPr>
          <a:xfrm>
            <a:off x="4474464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5088" y="2788920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7952" y="2788920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7680" y="2907792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18" name="Text 16"/>
          <p:cNvSpPr/>
          <p:nvPr/>
        </p:nvSpPr>
        <p:spPr>
          <a:xfrm>
            <a:off x="8107680" y="2907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28304" y="2788920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student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57016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675888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61872" y="3557016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exam sessions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4736" y="3557016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4464" y="3675888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26" name="Text 24"/>
          <p:cNvSpPr/>
          <p:nvPr/>
        </p:nvSpPr>
        <p:spPr>
          <a:xfrm>
            <a:off x="4474464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5088" y="3557016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halls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97952" y="3557016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7680" y="3675888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30" name="Text 28"/>
          <p:cNvSpPr/>
          <p:nvPr/>
        </p:nvSpPr>
        <p:spPr>
          <a:xfrm>
            <a:off x="8107680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28304" y="3557016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re-generate allocation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325112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4443984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443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261872" y="4325112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student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64736" y="4325112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74464" y="4443984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74464" y="4443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95088" y="4325112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hall and seat allocation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97952" y="4325112"/>
            <a:ext cx="3432048" cy="566928"/>
          </a:xfrm>
          <a:prstGeom prst="roundRect">
            <a:avLst>
              <a:gd name="adj" fmla="val 12903"/>
            </a:avLst>
          </a:prstGeom>
          <a:solidFill>
            <a:srgbClr val="222B70"/>
          </a:solidFill>
          <a:ln w="12700">
            <a:solidFill>
              <a:srgbClr val="3741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07680" y="4443984"/>
            <a:ext cx="329184" cy="329184"/>
          </a:xfrm>
          <a:prstGeom prst="ellipse">
            <a:avLst/>
          </a:prstGeom>
          <a:solidFill>
            <a:srgbClr val="2E6DF6"/>
          </a:solidFill>
          <a:ln/>
        </p:spPr>
      </p:sp>
      <p:sp>
        <p:nvSpPr>
          <p:cNvPr id="42" name="Text 40"/>
          <p:cNvSpPr/>
          <p:nvPr/>
        </p:nvSpPr>
        <p:spPr>
          <a:xfrm>
            <a:off x="8107680" y="4443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528304" y="4325112"/>
            <a:ext cx="279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test results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2026-08-15T12:07:27Z</dcterms:created>
  <dcterms:modified xsi:type="dcterms:W3CDTF">2026-08-15T12:07:27Z</dcterms:modified>
</cp:coreProperties>
</file>